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0" y="640080"/>
            <a:ext cx="2560320" cy="914400"/>
          </a:xfrm>
          <a:prstGeom prst="roundRect">
            <a:avLst/>
          </a:prstGeom>
          <a:solidFill>
            <a:srgbClr val="1E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09760" y="1828800"/>
            <a:ext cx="1828800" cy="182880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720" y="4023360"/>
            <a:ext cx="2926080" cy="1005840"/>
          </a:xfrm>
          <a:prstGeom prst="roundRect">
            <a:avLst/>
          </a:prstGeom>
          <a:solidFill>
            <a:srgbClr val="46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7498079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SMART TIMETABLE</a:t>
            </a:r>
            <a:br/>
            <a:r>
              <a:t>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8F6"/>
                </a:solidFill>
              </a:defRPr>
            </a:pPr>
            <a:r>
              <a:t>A MERN Stack Project for Creating Conflict-Free College Timetables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25780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Project Presentation  |  React • Node.js • Express • MongoDB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629107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6"/>
                </a:solidFill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5"/>
                </a:solidFill>
                <a:latin typeface="Aptos Display"/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6"/>
                </a:solidFill>
              </a:defRPr>
            </a:pPr>
            <a:r>
              <a:t>Why is a smart timetable system needed?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  <a:latin typeface="Aptos"/>
              </a:defRPr>
            </a:pPr>
            <a:r>
              <a:t>Manual timetable preparation takes time and effort.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  <a:latin typeface="Aptos"/>
              </a:defRPr>
            </a:pPr>
            <a:r>
              <a:t>Faculty members or classrooms may be assigned to two classes at the same time.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  <a:latin typeface="Aptos"/>
              </a:defRPr>
            </a:pPr>
            <a:r>
              <a:t>Changes to subjects, rooms, or faculty can make the timetable difficult to maintain.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  <a:latin typeface="Aptos"/>
              </a:defRPr>
            </a:pPr>
            <a:r>
              <a:t>The system aims to generate and manage timetables while avoiding scheduling conflicts.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29107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6"/>
                </a:solidFill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5"/>
                </a:solidFill>
                <a:latin typeface="Aptos Display"/>
              </a:defRPr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6"/>
                </a:solidFill>
              </a:defRPr>
            </a:pPr>
            <a:r>
              <a:t>What the project is designed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Demonstrate full-stack development using the MERN stack.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Perform CRUD operations: Create, Read, Update, and Delete records.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Build REST APIs using Node.js and Express.js.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Create a clear, user-friendly interface with React.js.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Use authentication and role-based access where required.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Check timetable entries for faculty, room, and time-slot conflicts.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29107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6"/>
                </a:solidFill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5"/>
                </a:solidFill>
                <a:latin typeface="Aptos Display"/>
              </a:defRPr>
            </a:pPr>
            <a:r>
              <a:t>3.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6"/>
                </a:solidFill>
              </a:defRPr>
            </a:pPr>
            <a:r>
              <a:t>How the main components work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D69B4"/>
                </a:solidFill>
              </a:defRPr>
            </a:pPr>
            <a:r>
              <a:t>React.js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663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303C"/>
                </a:solidFill>
              </a:defRPr>
            </a:pPr>
            <a:r>
              <a:t>Frontend interface</a:t>
            </a:r>
            <a:br/>
            <a:r>
              <a:t>Forms, timetable view, admin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0020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E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76479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E9196"/>
                </a:solidFill>
              </a:defRPr>
            </a:pPr>
            <a:r>
              <a:t>Node.js + Express.js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240280"/>
            <a:ext cx="4663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303C"/>
                </a:solidFill>
              </a:defRPr>
            </a:pPr>
            <a:r>
              <a:t>Backend server</a:t>
            </a:r>
            <a:br/>
            <a:r>
              <a:t>REST API endpoints and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56616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647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6473B4"/>
                </a:solidFill>
              </a:defRPr>
            </a:pPr>
            <a:r>
              <a:t>MongoDB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4663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303C"/>
                </a:solidFill>
              </a:defRPr>
            </a:pPr>
            <a:r>
              <a:t>Database</a:t>
            </a:r>
            <a:br/>
            <a:r>
              <a:t>Subjects, faculty, rooms, time slots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56616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4B9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73075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4B917D"/>
                </a:solidFill>
              </a:defRPr>
            </a:pPr>
            <a:r>
              <a:t>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206240"/>
            <a:ext cx="4663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303C"/>
                </a:solidFill>
              </a:defRPr>
            </a:pPr>
            <a:r>
              <a:t>Access control</a:t>
            </a:r>
            <a:br/>
            <a:r>
              <a:t>Admin and authorized users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629107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6"/>
                </a:solidFill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5"/>
                </a:solidFill>
                <a:latin typeface="Aptos Display"/>
              </a:defRPr>
            </a:pPr>
            <a:r>
              <a:t>4. Main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6"/>
                </a:solidFill>
              </a:defRPr>
            </a:pPr>
            <a:r>
              <a:t>Core functions of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Manage subjects, faculty members, classrooms, days, and time slots.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Add, view, update, and delete records through CRUD operations.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Generate or assign timetable entries using available resources.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Validate each entry to prevent faculty, room, and class time clashes.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Display the timetable in a readable weekly schedule.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Provide role-based access for administration and viewing.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29107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6"/>
                </a:solidFill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5"/>
                </a:solidFill>
                <a:latin typeface="Aptos Display"/>
              </a:defRPr>
            </a:pPr>
            <a:r>
              <a:t>5.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6"/>
                </a:solidFill>
              </a:defRPr>
            </a:pPr>
            <a:r>
              <a:t>Typical flow from data entry to timetable display</a:t>
            </a:r>
          </a:p>
        </p:txBody>
      </p:sp>
      <p:sp>
        <p:nvSpPr>
          <p:cNvPr id="4" name="Oval 3"/>
          <p:cNvSpPr/>
          <p:nvPr/>
        </p:nvSpPr>
        <p:spPr>
          <a:xfrm>
            <a:off x="1069848" y="1828800"/>
            <a:ext cx="685800" cy="685800"/>
          </a:xfrm>
          <a:prstGeom prst="ellipse">
            <a:avLst/>
          </a:prstGeom>
          <a:solidFill>
            <a:srgbClr val="1E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96596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2D55"/>
                </a:solidFill>
              </a:defRPr>
            </a:pPr>
            <a:r>
              <a:t>Enter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24612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8303C"/>
                </a:solidFill>
              </a:defRPr>
            </a:pPr>
            <a:r>
              <a:t>Subjects • Faculty • Rooms</a:t>
            </a:r>
          </a:p>
        </p:txBody>
      </p:sp>
      <p:sp>
        <p:nvSpPr>
          <p:cNvPr id="8" name="Chevron 7"/>
          <p:cNvSpPr/>
          <p:nvPr/>
        </p:nvSpPr>
        <p:spPr>
          <a:xfrm>
            <a:off x="2103120" y="2011680"/>
            <a:ext cx="548640" cy="320040"/>
          </a:xfrm>
          <a:prstGeom prst="chevron">
            <a:avLst/>
          </a:prstGeom>
          <a:solidFill>
            <a:srgbClr val="AAB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01568" y="1828800"/>
            <a:ext cx="685800" cy="68580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96596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743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2D55"/>
                </a:solidFill>
              </a:defRPr>
            </a:pPr>
            <a:r>
              <a:t>Save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199" y="324612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8303C"/>
                </a:solidFill>
              </a:defRPr>
            </a:pPr>
            <a:r>
              <a:t>MongoDB database</a:t>
            </a:r>
          </a:p>
        </p:txBody>
      </p:sp>
      <p:sp>
        <p:nvSpPr>
          <p:cNvPr id="13" name="Chevron 12"/>
          <p:cNvSpPr/>
          <p:nvPr/>
        </p:nvSpPr>
        <p:spPr>
          <a:xfrm>
            <a:off x="4434840" y="2011680"/>
            <a:ext cx="548640" cy="320040"/>
          </a:xfrm>
          <a:prstGeom prst="chevron">
            <a:avLst/>
          </a:prstGeom>
          <a:solidFill>
            <a:srgbClr val="AAB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33288" y="1828800"/>
            <a:ext cx="685800" cy="685800"/>
          </a:xfrm>
          <a:prstGeom prst="ellipse">
            <a:avLst/>
          </a:prstGeom>
          <a:solidFill>
            <a:srgbClr val="1E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33288" y="196596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59" y="2743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2D55"/>
                </a:solidFill>
              </a:defRPr>
            </a:pPr>
            <a:r>
              <a:t>Validate slots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24612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8303C"/>
                </a:solidFill>
              </a:defRPr>
            </a:pPr>
            <a:r>
              <a:t>Check overlaps and availability</a:t>
            </a:r>
          </a:p>
        </p:txBody>
      </p:sp>
      <p:sp>
        <p:nvSpPr>
          <p:cNvPr id="18" name="Chevron 17"/>
          <p:cNvSpPr/>
          <p:nvPr/>
        </p:nvSpPr>
        <p:spPr>
          <a:xfrm>
            <a:off x="6766559" y="2011680"/>
            <a:ext cx="548640" cy="320040"/>
          </a:xfrm>
          <a:prstGeom prst="chevron">
            <a:avLst/>
          </a:prstGeom>
          <a:solidFill>
            <a:srgbClr val="AAB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65007" y="1828800"/>
            <a:ext cx="685800" cy="68580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7" y="196596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743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2D55"/>
                </a:solidFill>
              </a:defRPr>
            </a:pPr>
            <a:r>
              <a:t>Create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24612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8303C"/>
                </a:solidFill>
              </a:defRPr>
            </a:pPr>
            <a:r>
              <a:t>Assign valid time slots</a:t>
            </a:r>
          </a:p>
        </p:txBody>
      </p:sp>
      <p:sp>
        <p:nvSpPr>
          <p:cNvPr id="23" name="Chevron 22"/>
          <p:cNvSpPr/>
          <p:nvPr/>
        </p:nvSpPr>
        <p:spPr>
          <a:xfrm>
            <a:off x="9098280" y="2011680"/>
            <a:ext cx="548640" cy="320040"/>
          </a:xfrm>
          <a:prstGeom prst="chevron">
            <a:avLst/>
          </a:prstGeom>
          <a:solidFill>
            <a:srgbClr val="AAB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96728" y="1828800"/>
            <a:ext cx="685800" cy="685800"/>
          </a:xfrm>
          <a:prstGeom prst="ellipse">
            <a:avLst/>
          </a:prstGeom>
          <a:solidFill>
            <a:srgbClr val="1E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96728" y="196596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743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2D55"/>
                </a:solidFill>
              </a:defRPr>
            </a:pPr>
            <a:r>
              <a:t>Display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24612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8303C"/>
                </a:solidFill>
              </a:defRPr>
            </a:pPr>
            <a:r>
              <a:t>View and update timetable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E9196"/>
                </a:solidFill>
              </a:defRPr>
            </a:pPr>
            <a:r>
              <a:t>Conflict rule: the same faculty member or room cannot be booked for overlapping time slots.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0" y="629107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6"/>
                </a:solidFill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5"/>
                </a:solidFill>
                <a:latin typeface="Aptos Display"/>
              </a:defRPr>
            </a:pPr>
            <a:r>
              <a:t>6. Expected Results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6"/>
                </a:solidFill>
              </a:defRPr>
            </a:pPr>
            <a:r>
              <a:t>A more organized and reliable timetable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Reduces manual work involved in preparing college timetables.</a:t>
            </a:r>
          </a:p>
          <a:p>
            <a:pPr>
              <a:spcAft>
                <a:spcPts val="14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Helps identify scheduling clashes before the timetable is published.</a:t>
            </a:r>
          </a:p>
          <a:p>
            <a:pPr>
              <a:spcAft>
                <a:spcPts val="14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Keeps timetable-related records in a centralized database.</a:t>
            </a:r>
          </a:p>
          <a:p>
            <a:pPr>
              <a:spcAft>
                <a:spcPts val="14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Makes updates easier when faculty, rooms, or subjects change.</a:t>
            </a:r>
          </a:p>
          <a:p>
            <a:pPr>
              <a:spcAft>
                <a:spcPts val="1400"/>
              </a:spcAft>
              <a:defRPr sz="2000">
                <a:solidFill>
                  <a:srgbClr val="28303C"/>
                </a:solidFill>
                <a:latin typeface="Aptos"/>
              </a:defRPr>
            </a:pPr>
            <a:r>
              <a:t>Future scope: automatic optimization, notifications, and timetable export to PDF.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D69B4"/>
                </a:solidFill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29107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6"/>
                </a:solidFill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